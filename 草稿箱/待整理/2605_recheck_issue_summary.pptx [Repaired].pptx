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511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开场强调：本页不是单个 bug 修复清单，而是一次围绕工具生命周期和多线程共享对象的系统性复盘。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收尾强调三条可复用工程规则，帮助团队在后续工具、UI、导出、数据保存路径中避免同类问题。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146304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2605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复检异常问题排查与修复汇总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2487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技术总结型复盘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96012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堆损坏 · 工具生命周期 · 并发治理 · 复检边界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102352" y="170078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基于《2605复检异常问题排查与修复汇总.md》整理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整理日期：2026-05-22；修订：2026-05-29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38928" y="2743200"/>
            <a:ext cx="1572768" cy="91440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2898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48656" y="33192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问题域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67728" y="2743200"/>
            <a:ext cx="1572768" cy="9144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14032" y="2898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77456" y="33192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根因类别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796528" y="2743200"/>
            <a:ext cx="1572768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42832" y="2898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06256" y="33192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治理主线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38928" y="4224528"/>
            <a:ext cx="571500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422452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370832"/>
            <a:ext cx="5422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复盘目标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0" y="4709160"/>
            <a:ext cx="542239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把低频 0xC0000374 从“随机闪退”拆成可定位、可验证、可维护的生命周期协议。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核心结论：异常来自多线程生命周期问题叠加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同一症状 0xC0000374 背后有多条调用链，必须按 DMP 栈和共享对象分流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98448"/>
            <a:ext cx="2194560" cy="9144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45389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0xC0000374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95528" y="187452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堆损坏共同表象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298448"/>
            <a:ext cx="1600200" cy="91440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453896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64408" y="1874520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实时检测路径需要确定性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83480" y="1298448"/>
            <a:ext cx="1874520" cy="9144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9784" y="1453896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idName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93208" y="187452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替代跨线程裸指针缓存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2514600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514600"/>
            <a:ext cx="73152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660904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主因不是单点逻辑错误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0392" y="2999232"/>
            <a:ext cx="3136392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无锁遍历、执行中删除、后台线程 detach、UI/导出缓存 BaseTool*、生产数据无锁读写共同放大了低频堆损坏。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2514600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2514600"/>
            <a:ext cx="73152" cy="1298448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2660904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修复方向是建立生命周期协议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07992" y="2999232"/>
            <a:ext cx="3136392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atomic 状态、输出驱动延后删除、idName 查表、读写对称加锁和线程 join，将“经验等待”改成可验证条件。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01000" y="2514600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2514600"/>
            <a:ext cx="73152" cy="129844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5592" y="2660904"/>
            <a:ext cx="3136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后续验证要按堆栈分流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65592" y="2999232"/>
            <a:ext cx="3136392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/ ParameterExportTable / ProductDataHelper 的 DMP 栈不是同一条根因链，验证和日志也要分开设计。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4343400"/>
            <a:ext cx="10744200" cy="104241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5537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29968" y="4480560"/>
            <a:ext cx="8915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复检异常治理的关键，是让工具对象、UI 快照、导出线程、生产数据在同一套生命周期边界内工作。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排查框架：先按 DMP 栈分流，再看共享对象生命周期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工业现场低频崩溃要避免“同症状同根因”的误判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Approach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1444752" cy="1152144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647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异常表现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2121408"/>
            <a:ext cx="12252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0xC0000374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Qt 容器释放/赋值崩溃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130552" y="2148840"/>
            <a:ext cx="356616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1572768"/>
            <a:ext cx="1444752" cy="115214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7647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DMP 分流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51760" y="2121408"/>
            <a:ext cx="12252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/ 导出 / 生产数据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三类栈分开看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986784" y="2148840"/>
            <a:ext cx="356616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8264" y="1572768"/>
            <a:ext cx="1444752" cy="1152144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17647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共享对象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07992" y="2121408"/>
            <a:ext cx="12252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BaseTool*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QMap / QList / QQueue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843016" y="2148840"/>
            <a:ext cx="356616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4496" y="1572768"/>
            <a:ext cx="1444752" cy="115214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7647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竞态窗口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64224" y="2121408"/>
            <a:ext cx="12252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检测线程、UI 线程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输出线程、定时器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7699248" y="2148840"/>
            <a:ext cx="356616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0728" y="1572768"/>
            <a:ext cx="1444752" cy="1152144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0456" y="17647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修复闸门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0456" y="2121408"/>
            <a:ext cx="12252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状态、锁、快照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join、延后删除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9555480" y="2148840"/>
            <a:ext cx="356616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0" y="1572768"/>
            <a:ext cx="1444752" cy="115214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76688" y="17647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验证闭环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76688" y="2121408"/>
            <a:ext cx="12252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压测、Page Heap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现场日志、DMP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49808" y="3703320"/>
            <a:ext cx="3337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3703320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3849624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工程判断 1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4400" y="4187952"/>
            <a:ext cx="30449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崩在 QList::clear / QString::operator= 通常只是堆校验点，案发点往往更早，不能只修崩溃函数。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15968" y="3703320"/>
            <a:ext cx="3337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15968" y="3703320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3849624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工程判断 2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480560" y="4187952"/>
            <a:ext cx="30449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锁住 map 不等于锁住对象生命周期；只要锁外仍有人缓存 BaseTool*，delete 后就可能 UAF。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882128" y="3703320"/>
            <a:ext cx="3337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82128" y="370332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3849624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工程判断 3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046720" y="4187952"/>
            <a:ext cx="30449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1s 定时器不能表达实时流水线的帧生命周期；删除应由输出结果和工具忙闲状态共同驱动。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问题域总览：10 个问题分布在 5 类风险上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从单点缺陷转为风险簇管理，便于后续回归与责任拆分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 Map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07008"/>
            <a:ext cx="51206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316736"/>
            <a:ext cx="393192" cy="24688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7160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07592" y="12984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执行中删除工具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0392" y="1618488"/>
            <a:ext cx="4791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误删 process/initialize 中工具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850392" y="1965960"/>
            <a:ext cx="4791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 状态 + 删除闸门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263640" y="1207008"/>
            <a:ext cx="51206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1316736"/>
            <a:ext cx="393192" cy="24688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37160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885432" y="12984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 模型释放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28232" y="1618488"/>
            <a:ext cx="4791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真实相机推理与复检释放边界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428232" y="1965960"/>
            <a:ext cx="4791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未复现；保留日志观察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85800" y="2148840"/>
            <a:ext cx="51206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2258568"/>
            <a:ext cx="393192" cy="24688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313432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07592" y="2240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algMap 并发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0392" y="2560320"/>
            <a:ext cx="4791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QMap 读写竞争、迭代失效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850392" y="2907792"/>
            <a:ext cx="4791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mutex + getAlgMapCopy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6263640" y="2148840"/>
            <a:ext cx="51206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73368" y="2258568"/>
            <a:ext cx="393192" cy="24688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313432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85432" y="2240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enterRecheck 范围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28232" y="2560320"/>
            <a:ext cx="4791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误改全部相机工具状态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428232" y="2907792"/>
            <a:ext cx="4791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nCamID 过滤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685800" y="3090672"/>
            <a:ext cx="51206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" y="3200400"/>
            <a:ext cx="393192" cy="246888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25526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307592" y="3182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存图线程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50392" y="3502152"/>
            <a:ext cx="4791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detach + 析构不 join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850392" y="3849624"/>
            <a:ext cx="4791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毒丸唤醒 + join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6263640" y="3090672"/>
            <a:ext cx="51206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73368" y="3200400"/>
            <a:ext cx="393192" cy="246888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25526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85432" y="3182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应用复检删工具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28232" y="3502152"/>
            <a:ext cx="4791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1s 与检测帧不同步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6428232" y="3849624"/>
            <a:ext cx="4791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输出驱动延后删除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685800" y="4032504"/>
            <a:ext cx="51206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5528" y="4142232"/>
            <a:ext cx="393192" cy="24688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19709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307592" y="412394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野指针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50392" y="4443984"/>
            <a:ext cx="4791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bastTools 缓存 BaseTool*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850392" y="4791456"/>
            <a:ext cx="4791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idName + Adapter 查表</a:t>
            </a:r>
            <a:endParaRPr lang="en-US" sz="770" dirty="0"/>
          </a:p>
        </p:txBody>
      </p:sp>
      <p:sp>
        <p:nvSpPr>
          <p:cNvPr id="49" name="Shape 47"/>
          <p:cNvSpPr/>
          <p:nvPr/>
        </p:nvSpPr>
        <p:spPr>
          <a:xfrm>
            <a:off x="6263640" y="4032504"/>
            <a:ext cx="51206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73368" y="4142232"/>
            <a:ext cx="393192" cy="24688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419709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#8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85432" y="412394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重复刷新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28232" y="4443984"/>
            <a:ext cx="4791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个工具触发 K 次 UI 更新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428232" y="4791456"/>
            <a:ext cx="4791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Begin/EndRefreshBatch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685800" y="4974336"/>
            <a:ext cx="51206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5528" y="5084064"/>
            <a:ext cx="393192" cy="24688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513892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#9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307592" y="50657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参数导出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50392" y="5385816"/>
            <a:ext cx="4791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定时导出读悬空 AlgoImpl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850392" y="5733288"/>
            <a:ext cx="4791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idName + bParamReading</a:t>
            </a:r>
            <a:endParaRPr lang="en-US" sz="770" dirty="0"/>
          </a:p>
        </p:txBody>
      </p:sp>
      <p:sp>
        <p:nvSpPr>
          <p:cNvPr id="61" name="Shape 59"/>
          <p:cNvSpPr/>
          <p:nvPr/>
        </p:nvSpPr>
        <p:spPr>
          <a:xfrm>
            <a:off x="6263640" y="4974336"/>
            <a:ext cx="512064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73368" y="5084064"/>
            <a:ext cx="393192" cy="24688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513892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#10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885432" y="50657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生产数据并发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428232" y="5385816"/>
            <a:ext cx="4791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Data/Queue 无锁读写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428232" y="5733288"/>
            <a:ext cx="479145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QRecursiveMutex + 封装出队</a:t>
            </a:r>
            <a:endParaRPr lang="en-US" sz="770" dirty="0"/>
          </a:p>
        </p:txBody>
      </p:sp>
      <p:sp>
        <p:nvSpPr>
          <p:cNvPr id="67" name="Shape 65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69" name="Text 67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根因一：工具对象生命周期与删除时序不确定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 解决可见性；输出驱动删除解决实时流水线中的“何时可删”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Lifecycle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170432"/>
            <a:ext cx="34747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170432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16736"/>
            <a:ext cx="3182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旧风险路径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1655064"/>
            <a:ext cx="318211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deleteTool / applyRecheck 依赖普通 bool 判断；检测线程已进入 process 但主线程仍可能读到“空闲”，形成 UAF 窗口。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170432"/>
            <a:ext cx="34747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170432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316736"/>
            <a:ext cx="3182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第一道闸门：状态可见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99432" y="1655064"/>
            <a:ext cx="318211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bIsInit / bDetecting 改为 std::atomic&lt;bool&gt;；process 入口/出口 store，删除前 load。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1170432"/>
            <a:ext cx="34747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170432"/>
            <a:ext cx="73152" cy="1325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316736"/>
            <a:ext cx="3182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第二道闸门：帧结果驱动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48472" y="1655064"/>
            <a:ext cx="318211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工具名不在本帧 toolsCheck 且 init/detect 均空闲，才进入 checkWhethreDeleteDelay 删除。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3337560"/>
            <a:ext cx="103784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675888"/>
            <a:ext cx="1572768" cy="39319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3794760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applyRecheck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706624" y="3877056"/>
            <a:ext cx="292608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90672" y="3675888"/>
            <a:ext cx="1572768" cy="39319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3824" y="3794760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记录待删工具名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4700016" y="3877056"/>
            <a:ext cx="292608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84064" y="3675888"/>
            <a:ext cx="1572768" cy="393192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7216" y="3794760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新帧不再 process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6693408" y="3877056"/>
            <a:ext cx="292608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77456" y="3675888"/>
            <a:ext cx="1572768" cy="39319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3794760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OutPutThread 汇总 toolsCheck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8686800" y="3877056"/>
            <a:ext cx="292608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70848" y="3675888"/>
            <a:ext cx="1572768" cy="39319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3794760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 + 不在结果中 → delete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1005840" y="5074920"/>
            <a:ext cx="10012680" cy="530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07008" y="5257800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注意：atomic 不是生命周期所有权方案，只保证状态读写可见；仍必须配合延后删除和 map 并发保护。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根因二：QMap 并发遍历导致结构失效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“只读旧 key、只插新 key”仍可能破坏红黑树遍历路径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Race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旧路径：读端锁外遍历原始 QMap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新路径：锁内快照，锁外只遍历副本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1755648"/>
            <a:ext cx="41605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88366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getAlgMap() 返回 &amp;__mapName2Algs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786384" y="2350008"/>
            <a:ext cx="41605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47802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锁释放后检测线程 begin()/++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786384" y="2944368"/>
            <a:ext cx="41605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07238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主线程插入/删除 Recheck_*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786384" y="3538728"/>
            <a:ext cx="4160520" cy="384048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66674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QMap 结构调整，迭代器失效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786384" y="4133088"/>
            <a:ext cx="41605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26110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读到无效 BaseTool* → process 崩溃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6629400" y="1755648"/>
            <a:ext cx="4160520" cy="384048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88366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mutexAlgMap 锁内整表拷贝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6629400" y="2350008"/>
            <a:ext cx="41605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247802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 QMap&lt;QString, BaseTool*&gt; 副本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6629400" y="2944368"/>
            <a:ext cx="41605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307238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主线程修改原 map 不影响本次遍历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6629400" y="3538728"/>
            <a:ext cx="41605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366674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调用方禁止锁外持有原 map 指针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6629400" y="4133088"/>
            <a:ext cx="41605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4261104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仍需删除闸门防止副本指针悬空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786384" y="5257800"/>
            <a:ext cx="1010412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404104"/>
            <a:ext cx="9738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压测现象：XToolTest 约 8 小时出现一次，符合低概率并发 UB；修复后验证重点是长时间复检循环 + 多相机 process。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根因三：复检边界与模型释放需要硬隔离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 ID、工具实例和 GPU 模型句柄不能靠命名习惯隐式隔离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Recheck Boundary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07008"/>
            <a:ext cx="34015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07008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5331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现场怀疑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1691640"/>
            <a:ext cx="310896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真实相机仍在 YOLO/MM 推理时，复检侧 applyRecheck / deleteTool 触发 clearModelHandle / releaseModel，引发 GPU 或堆状态异常。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1207008"/>
            <a:ext cx="34015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207008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35331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当前判断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1691640"/>
            <a:ext cx="310896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 Demo 未复现；按设计 Recheck_* 与真实工具应为不同实例，但真实产线时序和 GPU 资源仍需日志确认。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46136" y="1207008"/>
            <a:ext cx="340156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46136" y="1207008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135331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已加边界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10728" y="1691640"/>
            <a:ext cx="310896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onEnterRecheck / onLeaveRecheck / applyRecheck 均增加 nCamID / nLastRecheckCam 过滤，避免误改非当前相机。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3218688"/>
            <a:ext cx="4663440" cy="11887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4290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风险模型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" y="3730752"/>
            <a:ext cx="4206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相机 ID 边界错误 → 在线工具状态被误改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复检实例析构 → 模型释放路径进入主线程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真实相机 process 与删除流程交错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44768" y="3218688"/>
            <a:ext cx="4663440" cy="11887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4290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验证建议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82512" y="3730752"/>
            <a:ext cx="4206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应用复检前停检或确认 processEnd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日志保留 YoloRelease、camId、toolIdName、threadId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DMP 区分 map 竞争与模型析构路径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根因四：后台存图线程析构未闭环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detach 让对象析构与线程生命周期脱钩，是典型延迟堆损坏入口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Thread Exit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2252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旧实现风险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6520" y="12252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修复后协议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719072"/>
            <a:ext cx="4251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719072"/>
            <a:ext cx="73152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865376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41832" y="2203704"/>
            <a:ext cx="39593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构造即启动 _saveImage 线程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77240" y="2286000"/>
            <a:ext cx="4251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286000"/>
            <a:ext cx="73152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432304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770632"/>
            <a:ext cx="39593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未启用存图时队列长期为空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77240" y="2852928"/>
            <a:ext cx="4251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852928"/>
            <a:ext cx="73152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2999232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41832" y="3337560"/>
            <a:ext cx="39593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wait_end_pop 阻塞，析构只置 _bDelete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77240" y="3419856"/>
            <a:ext cx="4251960" cy="41148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419856"/>
            <a:ext cx="73152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566160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41832" y="3904488"/>
            <a:ext cx="39593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detach 后无法 join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77240" y="3986784"/>
            <a:ext cx="4251960" cy="41148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3986784"/>
            <a:ext cx="73152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4133088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41832" y="4471416"/>
            <a:ext cx="39593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线程可能访问已释放 mutex / condition_variable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446520" y="1719072"/>
            <a:ext cx="4251960" cy="411480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1719072"/>
            <a:ext cx="73152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1865376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11112" y="2203704"/>
            <a:ext cx="39593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_bDelete = true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446520" y="2286000"/>
            <a:ext cx="4251960" cy="411480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2286000"/>
            <a:ext cx="73152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1112" y="2432304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11112" y="2770632"/>
            <a:ext cx="39593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push(ImageSaveInfo()) 毒丸唤醒 wait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446520" y="2852928"/>
            <a:ext cx="4251960" cy="411480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2852928"/>
            <a:ext cx="73152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1112" y="2999232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11112" y="3337560"/>
            <a:ext cx="39593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 joinable() join()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446520" y="3419856"/>
            <a:ext cx="4251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3419856"/>
            <a:ext cx="73152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1112" y="3566160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11112" y="3904488"/>
            <a:ext cx="39593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复检相机不创建 SaveImageThread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446520" y="3986784"/>
            <a:ext cx="42519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6520" y="3986784"/>
            <a:ext cx="73152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1112" y="4133088"/>
            <a:ext cx="3959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11112" y="4471416"/>
            <a:ext cx="3959352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XZJMMInsSegTool 析构链只保留一条线程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5330952" y="2926080"/>
            <a:ext cx="621792" cy="530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04688" y="305409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078992" y="5166360"/>
            <a:ext cx="9646920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98448" y="5312664"/>
            <a:ext cx="9189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实时系统里，后台线程退出必须是确定性协议：可唤醒、可 join、析构顺序可证明。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55" name="Text 53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根因五：UI / 导出路径缓存裸指针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mutexAlgMap 保护 map，不保护 UI 快照中已经过期的 BaseTool*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Pointer Ownership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1261872"/>
            <a:ext cx="4983480" cy="160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813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旧路径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446227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QtAlgoFlowTree::bastTools 保存 BaseTool*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deleteTool / applyRecheck 释放对象后 UI 仍持旧地址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updateToolChooseItem 写 lShieldSources 触发 QList 释放崩溃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参数导出 GetCameraTools 快照中的 AlgoImpl 同类风险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28232" y="1261872"/>
            <a:ext cx="4983480" cy="160020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4813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新路径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84264" y="1828800"/>
            <a:ext cx="446227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UI 只保存 QStringList toolIds / idName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Adapter 锁内 find 当前 map，再解析 BaseTool*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找不到即 continue，不访问悬空对象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参数导出使用 tryAcquireToolForParamRead / release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25880" y="3703320"/>
            <a:ext cx="169164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72184" y="38404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72184" y="408736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idName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3044952" y="4032504"/>
            <a:ext cx="530352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3703320"/>
            <a:ext cx="1691640" cy="658368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38404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95344" y="408736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mutexAlgMap.find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468112" y="4032504"/>
            <a:ext cx="530352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703320"/>
            <a:ext cx="1691640" cy="6583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38404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BaseTool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18504" y="408736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当前仍存活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7891272" y="4032504"/>
            <a:ext cx="530352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0" y="3703320"/>
            <a:ext cx="1691640" cy="658368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41664" y="38404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读参数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41664" y="408736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bParamReading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1005840" y="5230368"/>
            <a:ext cx="9966960" cy="42062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367528"/>
            <a:ext cx="9509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规则：跨线程、跨生命周期、跨 UI 快照，只传稳定 ID，不传对象裸指针。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7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初始化刷新合并：降低 UI 卡顿与竞态窗口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个 AI 工具初始化各发一次信号，会放大主线程刷新和野指针命中概率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Refresh Batch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47548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234440"/>
            <a:ext cx="73152" cy="10789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380744"/>
            <a:ext cx="4462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触发链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1719072"/>
            <a:ext cx="446227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SpecChange → createTreeItem → AlgorithmToolsInit → detectImage → SingleInitProcess → initializeIn → signalFromTool("nChangeMaskSrcName")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989320" y="1234440"/>
            <a:ext cx="47548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89320" y="1234440"/>
            <a:ext cx="73152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1380744"/>
            <a:ext cx="4462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53912" y="1719072"/>
            <a:ext cx="446227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同一工位 K 个工具各触发一次 updateToolChooseItem；日志刷屏、UI 卡顿，并放大第 7 节裸指针风险窗口。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960120" y="3154680"/>
            <a:ext cx="192024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3756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BeginRefreshBatch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069848" y="3621024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depth++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2907792" y="3529584"/>
            <a:ext cx="557784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3154680"/>
            <a:ext cx="192024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333756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nChangeMaskSrcName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3675888" y="3621024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只记录 pending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5513832" y="3529584"/>
            <a:ext cx="557784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154680"/>
            <a:ext cx="192024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333756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EndRefreshBatch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281928" y="3621024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depth--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8119872" y="3529584"/>
            <a:ext cx="557784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3154680"/>
            <a:ext cx="1920240" cy="77724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87968" y="333756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统一刷新一次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8887968" y="3621024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emit signalUpdateDynChoose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914400" y="4782312"/>
            <a:ext cx="48006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33856" y="496519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线程策略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0" y="4965192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自连接使用 QueuedConnection，保证 begin → pending → end 在主线程 FIFO 执行。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172200" y="4782312"/>
            <a:ext cx="48006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496519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锁策略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86600" y="4965192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mutexRefreshBatch 保护 depth/pending；解锁后再 emit，避免持锁重入。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7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生产数据并发：ProductDataHelper 需要读写对称加锁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定时保存与检测线程写计数并发，是另一条独立堆损坏链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Data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170432"/>
            <a:ext cx="51206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170432"/>
            <a:ext cx="73152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16736"/>
            <a:ext cx="4828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DMP 表现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1655064"/>
            <a:ext cx="482803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QString::operator= / QArrayData::deallocate → LocalFile::saveProductCsvFile / xlsx.save；崩溃点是堆校验，不等于案发点。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172200" y="1170432"/>
            <a:ext cx="51206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170432"/>
            <a:ext cx="73152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316736"/>
            <a:ext cx="4828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真实线程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36792" y="1655064"/>
            <a:ext cx="482803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注释写“放置到主线程处理”，但 dealResultData 实际在 MainThread(QThread) 执行，与 GUI 定时保存并发。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77240" y="2542032"/>
            <a:ext cx="1874520" cy="530352"/>
          </a:xfrm>
          <a:prstGeom prst="rect">
            <a:avLst/>
          </a:prstGeom>
          <a:solidFill>
            <a:srgbClr val="111827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70662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共享资源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651760" y="2542032"/>
            <a:ext cx="4114800" cy="530352"/>
          </a:xfrm>
          <a:prstGeom prst="rect">
            <a:avLst/>
          </a:prstGeom>
          <a:solidFill>
            <a:srgbClr val="111827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706624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风险读/写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766560" y="2542032"/>
            <a:ext cx="4526280" cy="530352"/>
          </a:xfrm>
          <a:prstGeom prst="rect">
            <a:avLst/>
          </a:prstGeom>
          <a:solidFill>
            <a:srgbClr val="111827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70662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77240" y="3072384"/>
            <a:ext cx="18745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236976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651760" y="3072384"/>
            <a:ext cx="4114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23697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getTotal/getNgTotal vs MainThread set/add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766560" y="3072384"/>
            <a:ext cx="4526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2369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get/set/add 全入口加 QRecursiveMutex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77240" y="3602736"/>
            <a:ext cx="1874520" cy="530352"/>
          </a:xfrm>
          <a:prstGeom prst="rect">
            <a:avLst/>
          </a:prstGeom>
          <a:solidFill>
            <a:srgbClr val="F9FAFB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767328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NgDetails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2651760" y="3602736"/>
            <a:ext cx="4114800" cy="530352"/>
          </a:xfrm>
          <a:prstGeom prst="rect">
            <a:avLst/>
          </a:prstGeom>
          <a:solidFill>
            <a:srgbClr val="F9FAFB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3767328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getDetailQueue vs enqueue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6766560" y="3602736"/>
            <a:ext cx="4526280" cy="530352"/>
          </a:xfrm>
          <a:prstGeom prst="rect">
            <a:avLst/>
          </a:prstGeom>
          <a:solidFill>
            <a:srgbClr val="F9FAFB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76732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锁内 swap，降低持锁时间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777240" y="4133088"/>
            <a:ext cx="18745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29768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recheckResults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651760" y="4133088"/>
            <a:ext cx="4114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4297680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OutPutThread 写 vs UI 直接 dequeue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6766560" y="4133088"/>
            <a:ext cx="4526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42976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 + tryDequeueRecheckResult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777240" y="4663440"/>
            <a:ext cx="1874520" cy="530352"/>
          </a:xfrm>
          <a:prstGeom prst="rect">
            <a:avLst/>
          </a:prstGeom>
          <a:solidFill>
            <a:srgbClr val="F9FAFB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828032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camAlgorithmTimes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651760" y="4663440"/>
            <a:ext cx="4114800" cy="530352"/>
          </a:xfrm>
          <a:prstGeom prst="rect">
            <a:avLst/>
          </a:prstGeom>
          <a:solidFill>
            <a:srgbClr val="F9FAFB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4828032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分析数据读清 vs 检测更新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6766560" y="4663440"/>
            <a:ext cx="4526280" cy="530352"/>
          </a:xfrm>
          <a:prstGeom prst="rect">
            <a:avLst/>
          </a:prstGeom>
          <a:solidFill>
            <a:srgbClr val="F9FAFB"/>
          </a:solidFill>
          <a:ln w="7620">
            <a:solidFill>
              <a:srgbClr val="EAEC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482803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get/clear/update 统一加锁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1115568" y="5504688"/>
            <a:ext cx="964692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25880" y="5632704"/>
            <a:ext cx="9235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残留性能点：5s 周期 saveProductData 持锁 + 磁盘 IO 仍可能偶发阻塞，后续可考虑写盘移出锁或移出 GUI 线程。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修复关系图：生命周期、边界、数据锁三条线闭环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多个修复项之间存在依赖，不能孤立验收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 Topology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205740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536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536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mutexAlgMap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getAlgMapCopy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794760" y="1371600"/>
            <a:ext cx="2057400" cy="82296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536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51960" y="1536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atomic init/detect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删除状态闸门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675120" y="1371600"/>
            <a:ext cx="2057400" cy="822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536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1536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toolsCheck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输出驱动延后删除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9555480" y="1371600"/>
            <a:ext cx="205740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536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12680" y="1536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nCamID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复检边界过滤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914400" y="3429000"/>
            <a:ext cx="2057400" cy="8229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5935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35935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idName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UI 裸指针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3794760" y="3429000"/>
            <a:ext cx="2057400" cy="8229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5935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51960" y="35935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bParamReading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参数导出保护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675120" y="3429000"/>
            <a:ext cx="2057400" cy="8229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5935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35935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 join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毒丸唤醒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9555480" y="3429000"/>
            <a:ext cx="2057400" cy="82296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35935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12680" y="35935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QRecursiveMutex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生产数据读写锁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2971800" y="1783080"/>
            <a:ext cx="822960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1783080"/>
            <a:ext cx="822960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1783080"/>
            <a:ext cx="822960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47672" y="2194560"/>
            <a:ext cx="0" cy="123444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2194560"/>
            <a:ext cx="0" cy="123444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08392" y="2194560"/>
            <a:ext cx="0" cy="123444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88752" y="2194560"/>
            <a:ext cx="0" cy="123444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5193792"/>
            <a:ext cx="1069848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5193792"/>
            <a:ext cx="73152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8992" y="5340096"/>
            <a:ext cx="10405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验收重点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78992" y="5678424"/>
            <a:ext cx="10405872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A+B+C 是工具生命周期主链；E+F 解决 UI/导出快照裸指针；H 是独立的生产数据并发链，不能用 #9 的修复覆盖 #10。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7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验证方案：用压测和现场日志证明修复有效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按调用链拆验证项，避免“跑了一晚上没崩”但覆盖不到关键窗口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04672" y="1243584"/>
            <a:ext cx="49834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389888"/>
            <a:ext cx="658368" cy="25603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44932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764792" y="1399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竞争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1764792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相机 + 复检循环长时间压测；unsafe/copy/safe 对比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36792" y="1243584"/>
            <a:ext cx="49834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1384" y="1389888"/>
            <a:ext cx="658368" cy="25603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144932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 #6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296912" y="1399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生命周期删除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7296912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应用复检 + 在线检测交错；观察禁止删除、延后删除日志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4672" y="2487168"/>
            <a:ext cx="49834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2633472"/>
            <a:ext cx="658368" cy="25603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2692908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764792" y="26426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线程退出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1764792" y="29626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启停复检工具，确认存图线程安全退出且无 detach 残留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36792" y="2487168"/>
            <a:ext cx="49834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01384" y="2633472"/>
            <a:ext cx="658368" cy="25603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4536" y="2692908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#7 #8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296912" y="26426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刷新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7296912" y="29626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进入复检 + 改掩膜源；RefreshBatch end 仅触发一次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4672" y="3730752"/>
            <a:ext cx="49834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264" y="3877056"/>
            <a:ext cx="658368" cy="25603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" y="393649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#9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764792" y="38862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参数导出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1764792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复检 + 检测并行，覆盖约 30s 周期 requestExportAll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36792" y="3730752"/>
            <a:ext cx="49834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01384" y="3877056"/>
            <a:ext cx="658368" cy="25603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4536" y="393649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296912" y="38862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生产数据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7296912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DetailDataRecord=1 连续运行 &gt;2h，覆盖 5s 保存和复检出队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14400" y="5330952"/>
            <a:ext cx="10469880" cy="4297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5477256"/>
            <a:ext cx="10012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建议开启：Page Heap / Application Verifier；日志至少记录 toolIdName、camId、threadId、init/detect/read 状态和删除原因。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7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残留风险与后续动作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已修项能显著降低堆损坏概率，但仍需对真实产线时序做持续观察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Actions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10652760" cy="475488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9903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25880" y="138988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真实相机推理 vs 复检 YOLO 释放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43400" y="1389888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未复现，保留 releaseModel 日志并按 DMP 栈确认。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77240" y="1892808"/>
            <a:ext cx="106527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05740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25880" y="2048256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XZJMMInsSegTool 析构链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43400" y="2048256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确认是否只存在一条存图线程；子类 join 注释是否需要对齐。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77240" y="2551176"/>
            <a:ext cx="10652760" cy="475488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7157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25880" y="2706624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MultiInitProcess 时序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43400" y="2706624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begin/end batch 的投递顺序要覆盖 FlowThread 初始化完成点。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77240" y="3209544"/>
            <a:ext cx="106527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37413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25880" y="3364992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AlgoWidgetImpl 快照生命周期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43400" y="3364992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参数树 UI 仍来自流程快照，后续需确认界面对象生命周期。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77240" y="3867912"/>
            <a:ext cx="10652760" cy="475488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A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03250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25880" y="4023360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 GUI 写盘 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43400" y="4023360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saveProductData 持锁 + saveSelf 可能阻塞计数，必要时移出 GUI 线程。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960120" y="5303520"/>
            <a:ext cx="103327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5303520"/>
            <a:ext cx="73152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5449824"/>
            <a:ext cx="10040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运维建议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24712" y="5788152"/>
            <a:ext cx="10040112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应用复检前停检或确认 processEnd；若仍出现 0xC0000374，第一步按 DMP 栈区分 Adapter / 参数导出 / ProductDataHelper 路径。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7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交付前说明与适用边界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PPT 是技术总结型材料，用于内部复盘、同步与验证计划讨论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646920" y="338328"/>
            <a:ext cx="2011680" cy="310896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Disclaimer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4892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2588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472184"/>
            <a:ext cx="4599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78992" y="1810512"/>
            <a:ext cx="459943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内容基于用户提供的 Markdown 排查记录整理，未重新读取源码、DMP 或现场日志。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1325880"/>
            <a:ext cx="4892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325880"/>
            <a:ext cx="73152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472184"/>
            <a:ext cx="4599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65392" y="1810512"/>
            <a:ext cx="459943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适合作为技术复盘、修复闭环说明、测试计划同步材料；不是正式代码审计报告。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2788920"/>
            <a:ext cx="4892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788920"/>
            <a:ext cx="73152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935224"/>
            <a:ext cx="4599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3273552"/>
            <a:ext cx="459943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所有结论建议通过长时间压测、Page Heap / Application Verifier、产线日志和 DMP 栈继续闭环。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2788920"/>
            <a:ext cx="4892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788920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2935224"/>
            <a:ext cx="4599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65392" y="3273552"/>
            <a:ext cx="459943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后续新增工具访问或定时任务时，应复用 idName、锁保护、延后删除和线程退出协议。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97280" y="4892040"/>
            <a:ext cx="10012680" cy="530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5074920"/>
            <a:ext cx="9555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核心边界：堆损坏是结果，生命周期协议才是修复对象。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530352" y="6446520"/>
            <a:ext cx="11128248" cy="0"/>
          </a:xfrm>
          <a:prstGeom prst="line">
            <a:avLst/>
          </a:prstGeom>
          <a:noFill/>
          <a:ln w="10160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9672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来源：2605复检异常问题排查与修复汇总.md；整理 2026-05-22，修订 2026-05-29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1120140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7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49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13232" y="12344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复检异常治理应从“修几个崩溃点”升级为“建立工具生命周期协议”。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29718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31089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对象访问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跨线程只传稳定 idName，BaseTool* 必须在 Adapter 当前 map 内解析。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4553712" y="2880360"/>
            <a:ext cx="2971800" cy="1143000"/>
          </a:xfrm>
          <a:prstGeom prst="roundRect">
            <a:avLst/>
          </a:prstGeom>
          <a:solidFill>
            <a:srgbClr val="2632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1089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删除时机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82312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不使用固定延时表达帧生命周期，以输出结果 + 忙闲状态作为删除条件。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8284464" y="2880360"/>
            <a:ext cx="2971800" cy="1143000"/>
          </a:xfrm>
          <a:prstGeom prst="roundRect">
            <a:avLst/>
          </a:prstGeom>
          <a:solidFill>
            <a:srgbClr val="2D24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31089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共享数据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13064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Qt 容器和队列读写必须对称加锁，后台线程必须可唤醒、可 join。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49808" y="612648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输出文件：2605_recheck_issue_summary.pptx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09960" y="61264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1551</Words>
  <Application>Microsoft Office PowerPoint</Application>
  <PresentationFormat>宽屏</PresentationFormat>
  <Paragraphs>381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XZJ-VISION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2605复检异常问题排查与修复汇总</dc:title>
  <dc:subject>复检异常问题排查与修复技术总结</dc:subject>
  <dc:creator>Codex</dc:creator>
  <cp:lastModifiedBy>Blazar</cp:lastModifiedBy>
  <cp:revision>2</cp:revision>
  <dcterms:created xsi:type="dcterms:W3CDTF">2026-06-02T09:01:39Z</dcterms:created>
  <dcterms:modified xsi:type="dcterms:W3CDTF">2026-06-02T09:21:14Z</dcterms:modified>
</cp:coreProperties>
</file>